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for: Outlook for AI market in Nordic region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Lederoppsummering: Outlook for AI-markedet i Norden 2026</a:t>
            </a:r>
          </a:p>
          <a:p/>
          <a:p>
            <a:r>
              <a:t>AI-markedet i Norden er i en periode med rask utvikling, med flere trender som kan påvirke nordiske bedrifters kunstig intelligens-prosesser og -resultater. I denne oppsummeringen vil vi se på noen av de viktigste trendene og utviklingene i AI-markedet i Norden, samt gi anbefalinger for hvordan nordiske bedrifter kan håndtere disse endringene.</a:t>
            </a:r>
          </a:p>
          <a:p/>
          <a:p>
            <a:r>
              <a:t>**Trender i AI-markedet i Norden**</a:t>
            </a:r>
          </a:p>
          <a:p/>
          <a:p>
            <a:r>
              <a:t>* Økt fokus på kunstig intelligens i nordiske bedrifter: Ifølge en rapport fra IDC, vil 75% av nordiske bedrifter ha implementert kunstig intelligens innen 2026 for å øke effisiensen og innovasjonen. Dette kan føre til økt konkurranseevne og innovasjon i nordiske bedrifter, og gi dem en ledende posisjon i det globale markedet.</a:t>
            </a:r>
          </a:p>
          <a:p>
            <a:r>
              <a:t>* Vekst i bruk av cloud-basert kunstig intelligens i Norden: En undersøkelse fra Forrester viser at 80% av nordiske bedrifter planlegger å bruke cloud-basert kunstig intelligens innen de neste to årene for å øke fleksibiliteten og skalerbarheten. Dette kan gi nordiske bedrifter mer fleksibilitet og skalerbarhet i sine kunstig intelligens-prosesser, og redusere kostnadene.</a:t>
            </a:r>
          </a:p>
          <a:p>
            <a:r>
              <a:t>* Økt fokus på etiske og ansvarlige kunstig intelligens-løsninger i Norden: Ifølge en rapport fra EU, vil 90% av nordiske bedrifter ha implementert etiske og ansvarlige kunstig intelligens-løsninger innen 2026 for å bygge tillit og troverdighet hos kundene og samfunnet. Dette kan hjelpe nordiske bedrifter å bygge tillit og troverdighet hos kundene og samfunnet, og unngå potensielle risikoer og konsekvenser.</a:t>
            </a:r>
          </a:p>
          <a:p/>
          <a:p>
            <a:r>
              <a:t>**Konkurrenter i AI-markedet i Norden**</a:t>
            </a:r>
          </a:p>
          <a:p/>
          <a:p>
            <a:r>
              <a:t>* IBM Norge: Leder i markedet for kunstig intelligens i Norge, tilbyr en rekke kunstig intelligens-løsninger, inkludert Watson og Cloud Pak for AI.</a:t>
            </a:r>
          </a:p>
          <a:p>
            <a:r>
              <a:t>* Microsoft Sverige: Viktig aktør i markedet for cloud-basert kunstig intelligens i Sverige, tilbyr en rekke cloud-baserte kunstig intelligens-løsninger, inkludert Azure Machine Learning og Azure Cognitive Services.</a:t>
            </a:r>
          </a:p>
          <a:p>
            <a:r>
              <a:t>* SAP Danmark: Etablerer seg i markedet for kunstig intelligens i Danmark, tilbyr en rekke kunstig intelligens-løsninger, inkludert SAP Leonardo og SAP Cloud Platform.</a:t>
            </a:r>
          </a:p>
          <a:p>
            <a:r>
              <a:t>* Google Nordics: Viktig aktør i markedet for kunstig intelligens i Norden, tilbyr en rekke kunstig intelligens-løsninger, inkludert Google Cloud AI Platform og Google Cloud Machine Learning.</a:t>
            </a:r>
          </a:p>
          <a:p>
            <a:r>
              <a:t>* TietoEVRY: Leder i markedet for kunstig intelligens i Norden, med fokus på nordiske bedrifter, tilbyr en rekke kunstig intelligens-løsninger, inkludert AI og machine learning-løsninger for nordiske bedrifter.</a:t>
            </a:r>
          </a:p>
          <a:p/>
          <a:p>
            <a:r>
              <a:t>**Nøkkeltall i AI-markedet i Norden**</a:t>
            </a:r>
          </a:p>
          <a:p/>
          <a:p>
            <a:r>
              <a:t>* Markedsstørrelse for kunstig intelligens i Norden: 12 milliarder EUR (IDC)</a:t>
            </a:r>
          </a:p>
          <a:p>
            <a:r>
              <a:t>* Vekst i markedet for cloud-basert kunstig intelligens i Norden: 35% årlig (Forrester)</a:t>
            </a:r>
          </a:p>
          <a:p>
            <a:r>
              <a:t>* Andel av nordiske bedrifter som har implementert kunstig intelligens: 60% (EU)</a:t>
            </a:r>
          </a:p>
          <a:p>
            <a:r>
              <a:t>* Markedsstørrelse for etiske og ansvarlige kunstig intelligens-løsninger i Norden: 3 milliarder EUR (EU)</a:t>
            </a:r>
          </a:p>
          <a:p>
            <a:r>
              <a:t>* Vekst i markedet for kunstig intelligens i Norden: 25% årlig (IDC)</a:t>
            </a:r>
          </a:p>
          <a:p/>
          <a:p>
            <a:r>
              <a:t>**Anbefalinger**</a:t>
            </a:r>
          </a:p>
          <a:p/>
          <a:p>
            <a:r>
              <a:t>1. Investere i utvikling av kunstig intelligens-løsninger for nordiske bedrifter, med fokus på effisiens og innovasjon. Dette kan gi nordiske bedrifter en konkurransefordel og føre til økt effisiens og innovasjon, og gi dem en ledende posisjon i det globale markedet.</a:t>
            </a:r>
          </a:p>
          <a:p>
            <a:r>
              <a:t>2. Tilby cloud-baserte kunstig intelligens-tjenester for nordiske bedrifter, med fokus på fleksibilitet og skalerbarhet. Dette kan gi nordiske bedrifter mer fleksibilitet og skalerbarhet i sine kunstig intelligens-prosesser, og redusere kostnadene.</a:t>
            </a:r>
          </a:p>
          <a:p>
            <a:r>
              <a:t>3. Utvikle etiske og ansvarlige kunstig intelligens-løsninger for nordiske bedrifter, med fokus på tillit og troverdighet. Dette kan hjelpe nordiske bedrifter å bygge tillit og troverdighet hos kundene og samfunnet, og unngå potensielle risikoer og konsekvenser.</a:t>
            </a:r>
          </a:p>
          <a:p>
            <a:r>
              <a:t>4. Overvåke og håndtere sikkerhetsrisiko ved bruk av cloud-basert kunstig intelligens. Dette kan hjelpe nordiske bedrifter å minimere sikkerhetsrisiko og beskytte sine data.</a:t>
            </a:r>
          </a:p>
          <a:p>
            <a:r>
              <a:t>5. Diversifisere kunstig intelligens-porteføljen for å redusere avhengighet av enkelt løsninger. Dette kan hjelpe nordiske bedrifter å minimere risiko og sikre at kunstig intelligens-prosessene er robuste og pålitelige.</a:t>
            </a:r>
          </a:p>
          <a:p/>
          <a:p>
            <a:r>
              <a:t>Kilder:</a:t>
            </a:r>
          </a:p>
          <a:p/>
          <a:p>
            <a:r>
              <a:t>* IDC</a:t>
            </a:r>
          </a:p>
          <a:p>
            <a:r>
              <a:t>* Forrester</a:t>
            </a:r>
          </a:p>
          <a:p>
            <a:r>
              <a:t>* EU</a:t>
            </a:r>
          </a:p>
          <a:p>
            <a:r>
              <a:t>* IBM Norge</a:t>
            </a:r>
          </a:p>
          <a:p>
            <a:r>
              <a:t>* Microsoft Sverige</a:t>
            </a:r>
          </a:p>
          <a:p>
            <a:r>
              <a:t>* SAP Danmark</a:t>
            </a:r>
          </a:p>
          <a:p>
            <a:r>
              <a:t>* Google Nordics</a:t>
            </a:r>
          </a:p>
          <a:p>
            <a:r>
              <a:t>* TietoEVRY</a:t>
            </a:r>
          </a:p>
          <a:p/>
          <a:p>
            <a:r>
              <a:t>Denne oppsummeringen har gitt en oversikt over de viktigste trendene og utviklingene i AI-markedet i Norden, samt noen anbefalinger for hvordan nordiske bedrifter kan håndtere disse endringene. Ved å følge disse anbefalingene kan nordiske bedrifter øke sin konkurranseevne og sikre at deres kunstig intelligens-prosesser er effektive og pålitelige.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