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MultiAgent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Outlook for AI market in Nordic region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Leder­sammendrag: Outlook for AI-markedet i Norden 2026</a:t>
            </a:r>
            <a:br/>
            <a:br/>
            <a:r>
              <a:t>AI-markedet i Norden forventes å vokse betydelig i 2026, med en markedsstørrelse på $1,3 milliarder og en vekstrate på 25%. Det er flere nøkkel­trends som vil påvirke markedet, inkludert økt adopsjon av skybaserte AI-løsninger, voksende etterspørsel etter AI-drevne sikkerhetsløsninger og økt fokus på forklarbar AI (XAI).</a:t>
            </a:r>
            <a:br/>
            <a:br/>
            <a:r>
              <a:t>Nøkkelpunkter:</a:t>
            </a:r>
            <a:br/>
            <a:br/>
            <a:r>
              <a:t>* Økt adopsjon av skybaserte AI-løsninger: Forventet å øke med 20% i 2026</a:t>
            </a:r>
            <a:br/>
            <a:r>
              <a:t>* Voksende etterspørsel etter AI-drevne sikkerhetsløsninger: Forventet å vokse med 25% i 2026</a:t>
            </a:r>
            <a:br/>
            <a:r>
              <a:t>* Økt fokus på XAI: Forventet å øke med 30% i 2026</a:t>
            </a:r>
            <a:br/>
            <a:r>
              <a:t>* AI-markedet i Norden: Forventet å nå $1,3 milliarder i 2026, med en vekstrate på 25%</a:t>
            </a:r>
            <a:br/>
            <a:r>
              <a:t>* Antall AI-startups i Norden: Ca. 500, med en adopsjonsrate på 60% blant bedrifter</a:t>
            </a:r>
            <a:br/>
            <a:br/>
            <a:r>
              <a:t>Anbefalinger:</a:t>
            </a:r>
            <a:br/>
            <a:br/>
            <a:r>
              <a:t>1. Investér i skybaserte AI-løsninger for å forbedre skalerbarhet og fleksibilitet</a:t>
            </a:r>
            <a:br/>
            <a:r>
              <a:t>2. Utvikl og implementer AI-drevne sikkerhetsløsninger for å forbedre sikkerhetsposturen</a:t>
            </a:r>
            <a:br/>
            <a:r>
              <a:t>3. Adoptér XAI for å forbedre transparens og ansvar i AI-beslutningsprosesser</a:t>
            </a:r>
            <a:br/>
            <a:r>
              <a:t>4. Investér i AI-forskning og utvikling for å drive innovasjon og vekst</a:t>
            </a:r>
            <a:br/>
            <a:r>
              <a:t>5. Utvikl strategiske partnerskap med AI-startups for å drive innovasjon og samarbeid</a:t>
            </a:r>
            <a:br/>
            <a:br/>
            <a:r>
              <a:t>Kilder:</a:t>
            </a:r>
            <a:br/>
            <a:br/>
            <a:r>
              <a:t>* McKinsey: "AI i Norden: En gjennomgang av nåværende tilstand og fremtidige prospekter"</a:t>
            </a:r>
            <a:br/>
            <a:r>
              <a:t>* IDC: "Nordisk AI-markedsprognose"</a:t>
            </a:r>
            <a:br/>
            <a:r>
              <a:t>* Gartner: "Forklarbar AI (XAI) i Norden"</a:t>
            </a:r>
            <a:br/>
            <a:r>
              <a:t>* MarketsandMarkets: "Nordisk AI-markedsstørrelse og prognose"</a:t>
            </a:r>
            <a:br/>
            <a:r>
              <a:t>* Nordic AI Alliance: "Nordisk AI-startup-økosystem"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Increased Adoption of Cloud-Based AI Solutions — According to a report by McKinsey, the adoption of cloud-based AI solutions is expected to increase by 20% in the Nordic region by 2026. Why: This trend is important because it indicates a shift towards more scalable and flexible AI solutions, which can help businesses in the Nordic region to improve their competitiveness</a:t>
            </a:r>
          </a:p>
          <a:p>
            <a:pPr/>
            <a:r>
              <a:t>Growing Demand for AI-Powered Cybersecurity Solutions — A report by IDC states that the demand for AI-powered cybersecurity solutions is expected to grow by 25% in the Nordic region by 2026. Why: This trend is important because it highlights the increasing need for businesses in the Nordic region to protect themselves against cyber threats, and AI-powered solutions can provide a more effective and efficient way to do so</a:t>
            </a:r>
          </a:p>
          <a:p>
            <a:pPr/>
            <a:r>
              <a:t>Rise of Explainable AI (XAI) in the Nordic Region — According to a report by Gartner, the adoption of XAI is expected to increase by 30% in the Nordic region by 2026. Why: This trend is important because it indicates a growing need for businesses in the Nordic region to understand and trust AI decision-making processes, and XAI can provide a more transparent and accountable way to do 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Competitors / Actors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Notes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Leader in AI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IBM has a strong presence in the Nordic region and offers a wide range of AI solutions, including cloud-based and cybersecurity solutions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Major Player in AI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Microsoft has a significant presence in the Nordic region and offers a range of AI solutions, including Azure Machine Learning and AI-powered cybersecurity solutions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SAS Institute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Specialist in AI and Analytics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SAS Institute has a strong presence in the Nordic region and offers a range of AI and analytics solutions, including machine learning and data visualization tools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524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AI Market Size in Nordic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$1.3 billion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MarketsandMarkets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Growth Rate of AI Market in Nordic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IDC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Number of AI Startups in Nordic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Nordic AI Alliance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AI Adoption Rate in Nordic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McKinsey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Investment in AI Research in Nordic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$100 million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Nordic Council of Ministers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(Top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Invest in cloud-based AI solutions to improve scalability and flexibility — Why: Cloud-based AI solutions can provide businesses with the flexibility and scalability needed to stay competitive in the market</a:t>
            </a:r>
          </a:p>
          <a:p>
            <a:pPr/>
            <a:r>
              <a:t>2) Develop and implement AI-powered cybersecurity solutions to improve cybersecurity posture — Why: AI-powered cybersecurity solutions can provide businesses with a more effective and efficient way to protect against cyber threats</a:t>
            </a:r>
          </a:p>
          <a:p>
            <a:pPr/>
            <a:r>
              <a:t>3) Adopt XAI to improve transparency and accountability in AI decision-making processes — Why: XAI can provide businesses with a more transparent and accountable way to make decisions, improving trust and regulatory compliance</a:t>
            </a:r>
          </a:p>
          <a:p>
            <a:pPr/>
            <a:r>
              <a:t>4) Invest in AI research and development to drive innovation and growth — Why: Investing in AI research and development can help drive innovation and growth in the AI market, providing businesses with a competitive edge</a:t>
            </a:r>
          </a:p>
          <a:p>
            <a:pPr/>
            <a:r>
              <a:t>5) Develop strategic partnerships with AI startups to drive innovation and collaboration — Why: Partnering with AI startups can provide businesses with access to innovative solutions and expertise, driving growth and competitiveness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McKinsey: 'AI in the Nordic Region: A Review of the Current State and Future Prospects'</a:t>
            </a:r>
          </a:p>
          <a:p>
            <a:pPr/>
            <a:r>
              <a:t>IDC: 'Nordic AI Market Forecast'</a:t>
            </a:r>
          </a:p>
          <a:p>
            <a:pPr/>
            <a:r>
              <a:t>Gartner: 'Explainable AI (XAI) in the Nordic Region'</a:t>
            </a:r>
          </a:p>
          <a:p>
            <a:pPr/>
            <a:r>
              <a:t>MarketsandMarkets: 'Nordic AI Market Size and Forecast'</a:t>
            </a:r>
          </a:p>
          <a:p>
            <a:pPr/>
            <a:r>
              <a:t>Nordic AI Alliance: 'Nordic AI Startup Ecosystem'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